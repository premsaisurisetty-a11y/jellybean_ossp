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54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premsaisurisetti-a11y/JellyBean_OSSP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02336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(25CS2104E)  ·  2026–27, Term-I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Control System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ncurses tool built in C on /proc, POSIX signals and getrusage()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324612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 --team  # Section 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Surisetti Prem Sai</a:t>
            </a: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2520030561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Mohit Venkat Sai</a:t>
            </a: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2520030106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Yeswanth Kumar</a:t>
            </a: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2520030183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Rikhil</a:t>
            </a: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2520030480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machines run hundreds of concurrent processes. When one misbehaves, users need to see it and act on it fast.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monitors are heavy. top and ps read /proc, but are not built for interactive, script-friendly process control.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/proc data live and safely signalling processes requires direct use of Linux system calls.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03520" y="132588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3212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8745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terminal-based monitor that reads /proc directly, renders a live dashboard with ncurses, and lets the user pause, resume or kill any process with POSIX signals.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·  Ubuntu  ·  ncurses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Monitoring &amp; Control System  |  25CS2104E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/proc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965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read /proc/[pid]/stat, /proc/[pid]/status and /proc/meminfo.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45920"/>
            <a:ext cx="640080" cy="6400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059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sortable UI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965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per-process CPU &amp; memory in a scrollable ncurses view.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91840"/>
            <a:ext cx="640080" cy="640080"/>
          </a:xfrm>
          <a:prstGeom prst="ellipse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4518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Signal-based control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611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resume and terminate via SIGSTOP, SIGCONT, SIGTERM, SIGKILL.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91840"/>
            <a:ext cx="640080" cy="640080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518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accounting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611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usage with getrusage() and reap children with waitpid().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Monitoring &amp; Control System  |  25CS2104E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783080" cy="1600200"/>
          </a:xfrm>
          <a:prstGeom prst="roundRect">
            <a:avLst>
              <a:gd name="adj" fmla="val 4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554480"/>
            <a:ext cx="594360" cy="594360"/>
          </a:xfrm>
          <a:prstGeom prst="ellipse">
            <a:avLst/>
          </a:prstGeom>
          <a:solidFill>
            <a:srgbClr val="57606A"/>
          </a:solidFill>
          <a:ln w="12700">
            <a:solidFill>
              <a:srgbClr val="57606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7030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212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328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data source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0" y="2103120"/>
            <a:ext cx="274320" cy="228600"/>
          </a:xfrm>
          <a:prstGeom prst="rightArrow">
            <a:avLst/>
          </a:prstGeom>
          <a:solidFill>
            <a:srgbClr val="8C959F"/>
          </a:solidFill>
          <a:ln w="12700">
            <a:solidFill>
              <a:srgbClr val="8C959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06040" y="1417320"/>
            <a:ext cx="1783080" cy="1600200"/>
          </a:xfrm>
          <a:prstGeom prst="roundRect">
            <a:avLst>
              <a:gd name="adj" fmla="val 4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1554480"/>
            <a:ext cx="594360" cy="59436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990" y="170307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97480" y="2212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25328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stat, status, meminfo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34840" y="2103120"/>
            <a:ext cx="274320" cy="228600"/>
          </a:xfrm>
          <a:prstGeom prst="rightArrow">
            <a:avLst/>
          </a:prstGeom>
          <a:solidFill>
            <a:srgbClr val="8C959F"/>
          </a:solidFill>
          <a:ln w="12700">
            <a:solidFill>
              <a:srgbClr val="8C959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4880" y="1417320"/>
            <a:ext cx="1783080" cy="1600200"/>
          </a:xfrm>
          <a:prstGeom prst="roundRect">
            <a:avLst>
              <a:gd name="adj" fmla="val 4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49240" y="1554480"/>
            <a:ext cx="594360" cy="5943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7830" y="170307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212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table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5328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PID, state, CPU%, RSS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583680" y="2103120"/>
            <a:ext cx="274320" cy="228600"/>
          </a:xfrm>
          <a:prstGeom prst="rightArrow">
            <a:avLst/>
          </a:prstGeom>
          <a:solidFill>
            <a:srgbClr val="8C959F"/>
          </a:solidFill>
          <a:ln w="12700">
            <a:solidFill>
              <a:srgbClr val="8C959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03720" y="1417320"/>
            <a:ext cx="1783080" cy="1600200"/>
          </a:xfrm>
          <a:prstGeom prst="roundRect">
            <a:avLst>
              <a:gd name="adj" fmla="val 4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0" y="1554480"/>
            <a:ext cx="594360" cy="594360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670" y="1703070"/>
            <a:ext cx="297180" cy="2971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95160" y="22128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ncurses UI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995160" y="253288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view, sort, select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840480" y="342900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FFEBE9"/>
          </a:solidFill>
          <a:ln w="12700">
            <a:solidFill>
              <a:srgbClr val="FFCEC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977640" y="3611880"/>
            <a:ext cx="502920" cy="502920"/>
          </a:xfrm>
          <a:prstGeom prst="ellipse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3370" y="3737610"/>
            <a:ext cx="251460" cy="2514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572000" y="35661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Controller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kill(pid, sig)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6629400" y="34290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8C5"/>
          </a:solidFill>
          <a:ln w="12700">
            <a:solidFill>
              <a:srgbClr val="EAC54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766560" y="3611880"/>
            <a:ext cx="502920" cy="502920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2290" y="3737610"/>
            <a:ext cx="251460" cy="2514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360920" y="35661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getrusage()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3474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 process in the UI → controller signals it → next refresh shows the new state.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Monitoring &amp; Control System  |  25CS2104E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The Refresh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opendir("/proc") + readdir() to list numeric PIDs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457200" cy="45720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9385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1938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/proc/[pid]/stat &amp; status → utime, stime, state, VmRSS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968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25968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CPU% from tick deltas between refreshes; memory from /proc/meminfo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552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3255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CPU or memory, draw the table with ncurses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457200" cy="457200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9136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3913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keys: select, sort, send signal, quit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0" y="128016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77840" y="14630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CPU% between two samples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d_proc = (ut2+st2)-(ut1+st1);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d_total = total2 - total1;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= 100.0*d_proc/d_total;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Memory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rss_kb = VmRSS;  //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 = 100.0*rss_kb/MemTotal;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Monitoring &amp; Control System  |  25CS2104E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 with POSIX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/ S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/ Sleeping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394960" y="15544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94960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54680" y="342900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3429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1920240" cy="0"/>
          </a:xfrm>
          <a:prstGeom prst="line">
            <a:avLst/>
          </a:prstGeom>
          <a:noFill/>
          <a:ln w="2540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38328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SIGSTOP  [p]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240280"/>
            <a:ext cx="1920240" cy="0"/>
          </a:xfrm>
          <a:prstGeom prst="line">
            <a:avLst/>
          </a:prstGeom>
          <a:noFill/>
          <a:ln w="25400">
            <a:solidFill>
              <a:srgbClr val="1F2328"/>
            </a:solidFill>
            <a:prstDash val="solid"/>
            <a:head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38328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SIGCONT  [r]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2468880"/>
            <a:ext cx="1280160" cy="914400"/>
          </a:xfrm>
          <a:prstGeom prst="line">
            <a:avLst/>
          </a:prstGeom>
          <a:noFill/>
          <a:ln w="25400">
            <a:solidFill>
              <a:srgbClr val="DA36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5394960" y="2468880"/>
            <a:ext cx="1188720" cy="914400"/>
          </a:xfrm>
          <a:prstGeom prst="line">
            <a:avLst/>
          </a:prstGeom>
          <a:noFill/>
          <a:ln w="25400">
            <a:solidFill>
              <a:srgbClr val="DA363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57200" y="3520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A3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SIGTERM [t] graceful</a:t>
            </a:r>
            <a:endParaRPr lang="en-US" sz="1200" dirty="0"/>
          </a:p>
          <a:p>
            <a:pPr marL="0" indent="0" algn="r">
              <a:buNone/>
            </a:pPr>
            <a:r>
              <a:rPr lang="en-US" sz="1200" b="1" dirty="0">
                <a:solidFill>
                  <a:srgbClr val="DA3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SIGKILL [k] forced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474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kill() checks its return value: EPERM → "permission denied", ESRCH → "process already exited".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Monitoring &amp; Control System  |  25CS2104E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577840" cy="3337560"/>
          </a:xfrm>
          <a:prstGeom prst="roundRect">
            <a:avLst>
              <a:gd name="adj" fmla="val 164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28016" cy="128016"/>
          </a:xfrm>
          <a:prstGeom prst="ellipse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17320"/>
            <a:ext cx="128016" cy="128016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417320"/>
            <a:ext cx="128016" cy="128016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9164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procmon  Mem: 3.1G/7.7G (40%)  Tasks: 214  Sort: CPU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highlight>
                  <a:srgbClr val="56D36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PID USER     S   CPU%  MEM%  RSS(MB) COMMAND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2841 prem     R   38.2   6.1    472  chrome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highlight>
                  <a:srgbClr val="D2992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&gt;3310 prem     R   21.7   2.4    188  stress-ng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1127 root     S    4.0   1.2     96  Xorg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3902 prem     T    0.0   0.3     24  python3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911 root     S    0.3   0.2     15  systemd-journal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[c]pu [m]em [p]ause [r]esume [t]erm [k]ill [q]uit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refresh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interval, no flicker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148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toggle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CPU% or memory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971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Arrow-key select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target row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line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every signal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663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Monitoring &amp; Control System  |  25CS2104E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A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$ 07 syscalls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 &amp; Linux APIs Used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00837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/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 in the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A0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 filesystem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per-process CPU, memory and state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A0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opendir() / readdir()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Enumerate active PIDs under /proc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A0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kill() / signal()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SIGSTOP, SIGCONT, SIGTERM, SIGKILL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A0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getrusage()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the monitor's own resource 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A0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waitpid()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Reap terminated children, avoid zombies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A0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Process states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 R, S, D, Z, T for display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Monitoring &amp; Control System  |  25CS2104E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Robustness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75488" cy="47548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39903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2801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/proc &amp; POSIX APIs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38528"/>
            <a:ext cx="475488" cy="47548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05740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385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System-level code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596896"/>
            <a:ext cx="475488" cy="47548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7157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5968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ncurses</a:t>
            </a: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Terminal UI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255264"/>
            <a:ext cx="475488" cy="47548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374136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25526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/ Make</a:t>
            </a: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 automation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913632"/>
            <a:ext cx="475488" cy="475488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4032504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9136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Version control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we handle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4663440" y="1783080"/>
            <a:ext cx="4023360" cy="603504"/>
          </a:xfrm>
          <a:prstGeom prst="roundRect">
            <a:avLst>
              <a:gd name="adj" fmla="val 909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4754880" y="1874520"/>
            <a:ext cx="420624" cy="420624"/>
          </a:xfrm>
          <a:prstGeom prst="ellipse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0036" y="1979676"/>
            <a:ext cx="210312" cy="2103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303520" y="18288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exits mid-scan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fopen() fails → skip PID silently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663440" y="2496312"/>
            <a:ext cx="4023360" cy="603504"/>
          </a:xfrm>
          <a:prstGeom prst="roundRect">
            <a:avLst>
              <a:gd name="adj" fmla="val 909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754880" y="2587752"/>
            <a:ext cx="420624" cy="420624"/>
          </a:xfrm>
          <a:prstGeom prst="ellipse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0036" y="2692908"/>
            <a:ext cx="210312" cy="21031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303520" y="25420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denied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EPERM shown in status line, no crash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4663440" y="3209544"/>
            <a:ext cx="4023360" cy="603504"/>
          </a:xfrm>
          <a:prstGeom prst="roundRect">
            <a:avLst>
              <a:gd name="adj" fmla="val 909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4754880" y="3300984"/>
            <a:ext cx="420624" cy="420624"/>
          </a:xfrm>
          <a:prstGeom prst="ellipse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0036" y="3406140"/>
            <a:ext cx="210312" cy="21031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303520" y="32552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confirmation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before SIGKILL on a PID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4663440" y="3922776"/>
            <a:ext cx="4023360" cy="603504"/>
          </a:xfrm>
          <a:prstGeom prst="roundRect">
            <a:avLst>
              <a:gd name="adj" fmla="val 909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4754880" y="4014216"/>
            <a:ext cx="420624" cy="420624"/>
          </a:xfrm>
          <a:prstGeom prst="ellipse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0036" y="4119372"/>
            <a:ext cx="210312" cy="21031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5303520" y="396849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children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waitpid(-1, WNOHANG) each cycle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Monitoring &amp; Control System  |  25CS2104E  | 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84048" cy="384048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1696212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6002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auto-refreshing CPU &amp; memory stats for every running process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167128"/>
            <a:ext cx="384048" cy="384048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263140"/>
            <a:ext cx="192024" cy="1920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21671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by resource usage to spot the heaviest processes instantly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734056"/>
            <a:ext cx="384048" cy="384048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830068"/>
            <a:ext cx="192024" cy="1920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5840" y="27340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pause / resume / terminate of any permitted process via POSIX signals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57200" y="3300984"/>
            <a:ext cx="384048" cy="384048"/>
          </a:xfrm>
          <a:prstGeom prst="ellipse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396996"/>
            <a:ext cx="192024" cy="1920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5840" y="33009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reports its own footprint using getrusage()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60520"/>
            <a:ext cx="411480" cy="411480"/>
          </a:xfrm>
          <a:prstGeom prst="rect">
            <a:avLst/>
          </a:prstGeom>
        </p:spPr>
      </p:pic>
      <p:sp>
        <p:nvSpPr>
          <p:cNvPr id="18" name="Text 11">
            <a:hlinkClick r:id="rId5"/>
          </p:cNvPr>
          <p:cNvSpPr txBox="1"/>
          <p:nvPr/>
        </p:nvSpPr>
        <p:spPr>
          <a:xfrm>
            <a:off x="1188720" y="40690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github.com/premsaisurisetti-a11y/JellyBean_OSSP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6035040" y="40690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915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Process Monitoring and Control System</dc:title>
  <dc:subject>PptxGenJS Presentation</dc:subject>
  <dc:creator>PptxGenJS</dc:creator>
  <cp:lastModifiedBy>Prem Sai Surisetty</cp:lastModifiedBy>
  <cp:revision>2</cp:revision>
  <dcterms:created xsi:type="dcterms:W3CDTF">2026-09-24T04:47:28Z</dcterms:created>
  <dcterms:modified xsi:type="dcterms:W3CDTF">2026-09-24T04:51:31Z</dcterms:modified>
</cp:coreProperties>
</file>